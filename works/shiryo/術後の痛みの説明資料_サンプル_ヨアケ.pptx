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ポートフォリオ用の自主制作サンプル。手術室勤務で実際に聞かれた質問を出発点に、患者向けの説明資料としてまとめたもの。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4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051560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C9C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手術を受ける方と、ご家族へ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463040"/>
            <a:ext cx="7680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手術のあとの痛みと、</a:t>
            </a:r>
            <a:endParaRPr lang="en-US" sz="3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痛み止めの使い方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154680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E2D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「どのくらい痛いですか？」に、正直に答えるための1枚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22452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FAAA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自主制作サンプル（架空の病院向けに作成）｜作成：ヨアケ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4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手術の前、いちばん多い質問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81328"/>
            <a:ext cx="4160520" cy="1371600"/>
          </a:xfrm>
          <a:prstGeom prst="roundRect">
            <a:avLst>
              <a:gd name="adj" fmla="val 8000"/>
            </a:avLst>
          </a:prstGeom>
          <a:solidFill>
            <a:srgbClr val="E4F0EE"/>
          </a:solidFill>
          <a:ln w="12700">
            <a:solidFill>
              <a:srgbClr val="D6E3E0"/>
            </a:solidFill>
            <a:prstDash val="solid"/>
          </a:ln>
          <a:effectLst>
            <a:outerShdw sx="100000" sy="100000" kx="0" ky="0" algn="bl" rotWithShape="0" blurRad="127000" dist="25400" dir="5400000">
              <a:srgbClr val="0E4142">
                <a:alpha val="1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68680" y="1700784"/>
            <a:ext cx="3566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0F76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「手術後はどのくらい</a:t>
            </a:r>
            <a:endParaRPr lang="en-US" sz="2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0F76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痛いですか？」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4983480" y="151790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6B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この資料の答え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983480" y="181051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C24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正直に言うと、どのくらい痛いかは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C24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お伝えできません。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983480" y="256032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D6B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痛みの感じ方は人によって違うためです。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D6B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同じ手術でも、感じ方は変わります。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46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4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だから、この資料では「どのくらい痛いか」ではなく、痛みを抑えて早く動くために何ができるかをお伝えします。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18304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B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自主制作サンプル｜ヨアケ（看護師12年・手術室勤務あり）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4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お伝えしたいのは、この3つです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42416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B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痛み止めの使い方について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17904"/>
            <a:ext cx="2487168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6E3E0"/>
            </a:solidFill>
            <a:prstDash val="solid"/>
          </a:ln>
          <a:effectLst>
            <a:outerShdw sx="100000" sy="100000" kx="0" ky="0" algn="bl" rotWithShape="0" blurRad="127000" dist="25400" dir="5400000">
              <a:srgbClr val="0E4142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755648"/>
            <a:ext cx="402336" cy="402336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17556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286000"/>
            <a:ext cx="19751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F76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我慢しないで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F76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使ってください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054096"/>
            <a:ext cx="19751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D6B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我慢しても、手術の回復が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D6B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早くなるわけでは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D6B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ありません。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3552" y="1517904"/>
            <a:ext cx="2487168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6E3E0"/>
            </a:solidFill>
            <a:prstDash val="solid"/>
          </a:ln>
          <a:effectLst>
            <a:outerShdw sx="100000" sy="100000" kx="0" ky="0" algn="bl" rotWithShape="0" blurRad="127000" dist="25400" dir="5400000">
              <a:srgbClr val="0E4142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29584" y="1755648"/>
            <a:ext cx="402336" cy="402336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29584" y="17556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529584" y="2286000"/>
            <a:ext cx="19751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F76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痛くなりそうなとき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F76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に使えます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529584" y="3054096"/>
            <a:ext cx="19751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D6B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痛みが強くなりきってから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D6B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でなくてかまいません。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98464" y="1517904"/>
            <a:ext cx="2487168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6E3E0"/>
            </a:solidFill>
            <a:prstDash val="solid"/>
          </a:ln>
          <a:effectLst>
            <a:outerShdw sx="100000" sy="100000" kx="0" ky="0" algn="bl" rotWithShape="0" blurRad="127000" dist="25400" dir="5400000">
              <a:srgbClr val="0E4142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54496" y="1755648"/>
            <a:ext cx="402336" cy="402336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54496" y="17556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254496" y="2286000"/>
            <a:ext cx="19751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F76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動く前に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F76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使えます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254496" y="3054096"/>
            <a:ext cx="19751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D6B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起き上がる前・歩く前など、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D6B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動く予定に合わせて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D6B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使うこともできます。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718304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B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自主制作サンプル｜ヨアケ（看護師12年・手術室勤務あり）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4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使うタイミングで、つらさが変わります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886200" cy="2743200"/>
          </a:xfrm>
          <a:prstGeom prst="roundRect">
            <a:avLst>
              <a:gd name="adj" fmla="val 4000"/>
            </a:avLst>
          </a:prstGeom>
          <a:solidFill>
            <a:srgbClr val="F6EEDA"/>
          </a:solidFill>
          <a:ln w="12700">
            <a:solidFill>
              <a:srgbClr val="D6E3E0"/>
            </a:solidFill>
            <a:prstDash val="solid"/>
          </a:ln>
          <a:effectLst>
            <a:outerShdw sx="100000" sy="100000" kx="0" ky="0" algn="bl" rotWithShape="0" blurRad="127000" dist="25400" dir="5400000">
              <a:srgbClr val="0E4142">
                <a:alpha val="1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1664208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痛くなってから使う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2121408"/>
            <a:ext cx="310896" cy="310896"/>
          </a:xfrm>
          <a:prstGeom prst="ellipse">
            <a:avLst/>
          </a:prstGeom>
          <a:solidFill>
            <a:srgbClr val="8A651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21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43584" y="210312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4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痛みが強くなる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822960" y="2743200"/>
            <a:ext cx="310896" cy="310896"/>
          </a:xfrm>
          <a:prstGeom prst="ellipse">
            <a:avLst/>
          </a:prstGeom>
          <a:solidFill>
            <a:srgbClr val="8A651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7432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243584" y="2724912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4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そこで痛み止めを使う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3364992"/>
            <a:ext cx="310896" cy="310896"/>
          </a:xfrm>
          <a:prstGeom prst="ellipse">
            <a:avLst/>
          </a:prstGeom>
          <a:solidFill>
            <a:srgbClr val="8A651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33649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243584" y="3346704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4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効いてくるまでの時間がつらい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709160" y="1463040"/>
            <a:ext cx="3886200" cy="2743200"/>
          </a:xfrm>
          <a:prstGeom prst="roundRect">
            <a:avLst>
              <a:gd name="adj" fmla="val 4000"/>
            </a:avLst>
          </a:prstGeom>
          <a:solidFill>
            <a:srgbClr val="E4F0EE"/>
          </a:solidFill>
          <a:ln w="12700">
            <a:solidFill>
              <a:srgbClr val="D6E3E0"/>
            </a:solidFill>
            <a:prstDash val="solid"/>
          </a:ln>
          <a:effectLst>
            <a:outerShdw sx="100000" sy="100000" kx="0" ky="0" algn="bl" rotWithShape="0" blurRad="127000" dist="25400" dir="5400000">
              <a:srgbClr val="0E4142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983480" y="1664208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痛くなりそうなときに使う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983480" y="2121408"/>
            <a:ext cx="310896" cy="310896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983480" y="2121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04104" y="210312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4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動く前・痛くなりそうなときに使う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983480" y="2743200"/>
            <a:ext cx="310896" cy="310896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983480" y="27432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404104" y="2724912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4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痛みが上がりきらない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983480" y="3364992"/>
            <a:ext cx="310896" cy="310896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983480" y="33649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404104" y="3346704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4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起き上がる・歩くがしやすい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429768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B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どちらが良いかは、担当の看護師・医師と相談して決めてかまいません。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4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痛みを抑えるのは、早く動くためです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8046720" cy="658368"/>
          </a:xfrm>
          <a:prstGeom prst="roundRect">
            <a:avLst>
              <a:gd name="adj" fmla="val 16667"/>
            </a:avLst>
          </a:prstGeom>
          <a:solidFill>
            <a:srgbClr val="E4F0EE"/>
          </a:solidFill>
          <a:ln w="12700">
            <a:solidFill>
              <a:srgbClr val="D6E3E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41248" y="1444752"/>
            <a:ext cx="7498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76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手術のあとは、早めに起きて動くことが何より大事です（早期離床といいます）。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76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動くことで体の回復が進みます。痛み止めは、そのために使う道具でもあります。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249424"/>
            <a:ext cx="457200" cy="457200"/>
          </a:xfrm>
          <a:prstGeom prst="ellipse">
            <a:avLst/>
          </a:prstGeom>
          <a:solidFill>
            <a:srgbClr val="E4F0E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22494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2311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4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起き上がる・座る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48716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B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痛みが強いと、体を起こすだけで時間がかかります。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2834640"/>
            <a:ext cx="457200" cy="457200"/>
          </a:xfrm>
          <a:prstGeom prst="ellipse">
            <a:avLst/>
          </a:prstGeom>
          <a:solidFill>
            <a:srgbClr val="E4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8163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4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歩く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3072384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B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手術のあとは、早めに歩くようにお願いすることがあります。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419856"/>
            <a:ext cx="457200" cy="457200"/>
          </a:xfrm>
          <a:prstGeom prst="ellipse">
            <a:avLst/>
          </a:prstGeom>
          <a:solidFill>
            <a:srgbClr val="E4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6928" y="34198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4015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4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咳をする・深く息をする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65760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B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痛くて浅い息のままだと、痰を出しにくくなります。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4005072"/>
            <a:ext cx="457200" cy="457200"/>
          </a:xfrm>
          <a:prstGeom prst="ellipse">
            <a:avLst/>
          </a:prstGeom>
          <a:solidFill>
            <a:srgbClr val="E4F0E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66928" y="4005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9867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4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眠る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4242816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B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夜に痛みで目が覚めると、休めません。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718304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B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自主制作サンプル｜ヨアケ（看護師12年・手術室勤務あり）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4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遠慮せずに、こう言ってください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42416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B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言い方が分からないときは、そのまま伝えて大丈夫です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8046720" cy="749808"/>
          </a:xfrm>
          <a:prstGeom prst="roundRect">
            <a:avLst>
              <a:gd name="adj" fmla="val 17073"/>
            </a:avLst>
          </a:prstGeom>
          <a:solidFill>
            <a:srgbClr val="E4F0EE"/>
          </a:solidFill>
          <a:ln w="12700">
            <a:solidFill>
              <a:srgbClr val="D6E3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618488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「これくらいの痛みでも、痛み止めを使っていいですか？」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532888"/>
            <a:ext cx="8046720" cy="749808"/>
          </a:xfrm>
          <a:prstGeom prst="roundRect">
            <a:avLst>
              <a:gd name="adj" fmla="val 17073"/>
            </a:avLst>
          </a:prstGeom>
          <a:solidFill>
            <a:srgbClr val="E4F0EE"/>
          </a:solidFill>
          <a:ln w="12700">
            <a:solidFill>
              <a:srgbClr val="D6E3E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578608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「これから歩く練習なので、先に痛み止めをもらえますか？」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6118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C24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痛み止めを使いたいと言うことは、我慢が足りないということではありません。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C24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痛みが強いままだと、動くこと・休むことがどちらもしにくくなります。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4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覚えていただきたいこと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261872"/>
            <a:ext cx="365760" cy="365760"/>
          </a:xfrm>
          <a:prstGeom prst="ellipse">
            <a:avLst/>
          </a:prstGeom>
          <a:solidFill>
            <a:srgbClr val="1B6F6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261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243584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どのくらい痛いかは、人によって違います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31520" y="1810512"/>
            <a:ext cx="365760" cy="365760"/>
          </a:xfrm>
          <a:prstGeom prst="ellipse">
            <a:avLst/>
          </a:prstGeom>
          <a:solidFill>
            <a:srgbClr val="1B6F6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1810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1792224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痛み止めは、我慢せずに使ってください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731520" y="2359152"/>
            <a:ext cx="365760" cy="365760"/>
          </a:xfrm>
          <a:prstGeom prst="ellipse">
            <a:avLst/>
          </a:prstGeom>
          <a:solidFill>
            <a:srgbClr val="1B6F6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23591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340864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痛くなりそうなとき・動く前に使うこともできます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731520" y="2907792"/>
            <a:ext cx="365760" cy="365760"/>
          </a:xfrm>
          <a:prstGeom prst="ellipse">
            <a:avLst/>
          </a:prstGeom>
          <a:solidFill>
            <a:srgbClr val="1B6F6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2907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2889504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早く動けることがいちばん大事です。痛みを抑えるのはそのためです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731520" y="3584448"/>
            <a:ext cx="7680960" cy="713232"/>
          </a:xfrm>
          <a:prstGeom prst="roundRect">
            <a:avLst>
              <a:gd name="adj" fmla="val 12821"/>
            </a:avLst>
          </a:prstGeom>
          <a:solidFill>
            <a:srgbClr val="1650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05840" y="367588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9E2D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痛み止めの種類・使える回数・間隔は、手術の内容や体の状態によって決まります。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9E2D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実際に使うときは、担当の看護師・医師の指示を確認してください。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446227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AAA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自主制作サンプル（架空の病院向け）｜作成：ヨアケ｜https://yoake-writer.github.io/portfolio/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手術のあとの痛みと、痛み止めの使い方</dc:title>
  <dc:subject>PptxGenJS Presentation</dc:subject>
  <dc:creator>ヨアケ</dc:creator>
  <cp:lastModifiedBy>ヨアケ</cp:lastModifiedBy>
  <cp:revision>1</cp:revision>
  <dcterms:created xsi:type="dcterms:W3CDTF">2026-08-27T00:33:04Z</dcterms:created>
  <dcterms:modified xsi:type="dcterms:W3CDTF">2026-08-27T00:33:04Z</dcterms:modified>
</cp:coreProperties>
</file>